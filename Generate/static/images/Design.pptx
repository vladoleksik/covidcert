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4590"/>
    <a:srgbClr val="6430A0"/>
    <a:srgbClr val="07A9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5B742-DF0B-4BBA-90EF-1D8F4ED18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91C15-DA5E-4AB6-9B20-7FD42923F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AC105-7695-4D93-9298-3DE0332DD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1A449-3C28-422B-AB26-FFCAE2EDD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07CC3-7CF7-443C-AC71-8313E08E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37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464D-2C1A-4EB5-8CFE-6523AC281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C1B61-B79E-4264-BF02-0B3302C86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B01B5-45AF-416A-8839-C61F431BE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76E5F-D735-483E-82C0-28BCD7C6C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A8153-B29F-46EF-AF25-17151F09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6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37E0-2082-4C47-808C-41E28387C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7E527-1A7B-48D8-B345-D0B503F09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3F1AC-9D17-431D-9366-73333544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176FC-2803-42BF-9E8C-63C6CBFF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6F2A1-16C2-4C72-B64D-C6BAC637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8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CFFB2-EAE0-42DE-9486-751179916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4D5E7-E9AF-4EDE-A5F3-BC95749E7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1936F-5D30-443B-B106-DE14C7280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F1071-D90A-4E3A-BF36-61EBD5B6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62542-BD4C-442B-BCAE-F31D9C90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EFA54-8F63-4832-8A3D-6ED01E08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49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1F68D-31BB-4AFE-A82A-33E43BBB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75C3C-7D35-42CE-AB26-8D085FBB3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70E5D-D861-450D-8B90-D9E728CD3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42403-6356-421E-BEBE-4F8EFBFC6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7A41F-9090-4BDF-A37F-987985FDC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CAEBEC-2C2F-4127-A647-ADE1E952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56205-BA74-46FA-B135-D73BCF0D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D8E46-3E3F-4B28-974E-2393D445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76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C313-5C3C-4E10-94C5-8EF1BAE0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59562-3D9A-4513-9D9D-B989799E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42A00-28C7-4F51-BD91-5A2C3C3C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F85D5-E7EE-4916-84DA-CEBAA00B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8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769733-1610-4747-A3E3-BFDA079D7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30034-4C08-4751-92B7-7A8E40A0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FBB96-69CC-4437-8314-1BBEA7F1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B5844-2A70-4BB0-B3AA-AF3C9153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CC6CD-6FCC-40EF-97F8-BF1E8857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8A2A0-3853-4394-95F7-095F1D8E9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E87FE-951B-4B61-9ACB-B8255D6F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0251E-772A-4A1B-8A7F-C197A20D3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C7850-7E56-470D-9C9C-64BC1B66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29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90C1-975F-432D-9BB0-46A11075E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E59ECC-53BC-4368-9DBE-363E22821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3CB34-69A5-4847-891B-3A10AC199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C2FA5-C18E-4699-9F1C-A1A9A696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9695B-C91E-4DC6-99EA-132289F7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871EA-CF79-4F7A-91BC-2B746FDBF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87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D34E0-A2C5-4F7C-9353-20021E93A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3C13C-7DBB-4C71-8C58-46F81A33C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1776E-F401-4801-BE44-5DACE2219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CECC1-A6DF-490D-B58E-5F4F3AFE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F8A67-0444-4F2C-B92F-1AD0E844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7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1E114A-78DA-4303-89EB-476B4759C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AC05C-8881-4240-B973-71B5AD87E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8DB5B-310A-4F99-9422-3AB205F5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42967-9845-40C3-AA28-7A4EB4B3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C1D5F-A4D8-41EE-B342-B604AEBD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3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1B2DC5-17A0-4DB9-91EC-DB08DC98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630C2-F6EE-4D54-A25B-6B06B85B3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C5E3C-6F06-4B6B-8C1C-86593E8E9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5D780-9763-4647-AE8B-A42737D6E6B2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C3FC9-DF8C-417C-9ECA-5205FCC19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07D66-C16E-4E8D-831E-1CBD034A9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8766D-CFFC-4387-9F72-E63358D7A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4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B6802288-1886-49E1-8AFB-3BC2187D24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1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5B5A0EDE-3246-40B4-8D5E-BD4821D7F22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-1567159" y="1567159"/>
            <a:ext cx="7313408" cy="4179090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7" name="Rectangle: Rounded Corners 6" hidden="1">
            <a:extLst>
              <a:ext uri="{FF2B5EF4-FFF2-40B4-BE49-F238E27FC236}">
                <a16:creationId xmlns:a16="http://schemas.microsoft.com/office/drawing/2014/main" id="{579C2E8B-86E5-4CA9-BA3E-92E1A593F4A6}"/>
              </a:ext>
            </a:extLst>
          </p:cNvPr>
          <p:cNvSpPr/>
          <p:nvPr/>
        </p:nvSpPr>
        <p:spPr>
          <a:xfrm>
            <a:off x="3533422" y="959556"/>
            <a:ext cx="4752622" cy="4752622"/>
          </a:xfrm>
          <a:prstGeom prst="roundRect">
            <a:avLst>
              <a:gd name="adj" fmla="val 99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2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88EB171-7819-4F37-8EF9-64D1847FF160}"/>
              </a:ext>
            </a:extLst>
          </p:cNvPr>
          <p:cNvSpPr/>
          <p:nvPr/>
        </p:nvSpPr>
        <p:spPr>
          <a:xfrm>
            <a:off x="3081867" y="316089"/>
            <a:ext cx="4425244" cy="6423378"/>
          </a:xfrm>
          <a:prstGeom prst="roundRect">
            <a:avLst>
              <a:gd name="adj" fmla="val 161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903C4-F7F2-4F0C-B16D-E27104B009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464" y="2428867"/>
            <a:ext cx="3067072" cy="2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42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657AF6C9-3A7E-4A84-AC55-548A71A5B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595417"/>
            <a:ext cx="4762500" cy="4762500"/>
          </a:xfrm>
          <a:prstGeom prst="rect">
            <a:avLst/>
          </a:prstGeom>
        </p:spPr>
      </p:pic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D2228ABE-5AF0-46E9-A42A-E3CC1AFF2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595417"/>
            <a:ext cx="4762500" cy="4762500"/>
          </a:xfrm>
          <a:prstGeom prst="rect">
            <a:avLst/>
          </a:prstGeom>
        </p:spPr>
      </p:pic>
      <p:pic>
        <p:nvPicPr>
          <p:cNvPr id="7" name="Picture 6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DC80DE24-A7D3-4565-A7CF-977082B0D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595417"/>
            <a:ext cx="4762500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E5A097-E2F2-47D1-B8EC-834469AEFA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595417"/>
            <a:ext cx="4762500" cy="4762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6546A9-FD62-4FBA-AC5C-CB03CA08F198}"/>
              </a:ext>
            </a:extLst>
          </p:cNvPr>
          <p:cNvSpPr txBox="1"/>
          <p:nvPr/>
        </p:nvSpPr>
        <p:spPr>
          <a:xfrm>
            <a:off x="4024489" y="5695781"/>
            <a:ext cx="414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3459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Enabling tracking modules…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18518-7991-4E2E-B064-96DA730735E8}"/>
              </a:ext>
            </a:extLst>
          </p:cNvPr>
          <p:cNvSpPr/>
          <p:nvPr/>
        </p:nvSpPr>
        <p:spPr>
          <a:xfrm>
            <a:off x="2669822" y="0"/>
            <a:ext cx="6852356" cy="68523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ECEE03-703D-477A-AB9B-8B434C5BAB76}"/>
              </a:ext>
            </a:extLst>
          </p:cNvPr>
          <p:cNvSpPr txBox="1"/>
          <p:nvPr/>
        </p:nvSpPr>
        <p:spPr>
          <a:xfrm>
            <a:off x="4024489" y="5695781"/>
            <a:ext cx="414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3459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Implanting microchip…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311C4E-C7DA-4A3A-8579-0FC0DA1A12B2}"/>
              </a:ext>
            </a:extLst>
          </p:cNvPr>
          <p:cNvSpPr txBox="1"/>
          <p:nvPr/>
        </p:nvSpPr>
        <p:spPr>
          <a:xfrm>
            <a:off x="4024489" y="5695781"/>
            <a:ext cx="414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3459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Modifying DNA…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FBE66-0D02-40F8-8214-04197B3F1698}"/>
              </a:ext>
            </a:extLst>
          </p:cNvPr>
          <p:cNvSpPr txBox="1"/>
          <p:nvPr/>
        </p:nvSpPr>
        <p:spPr>
          <a:xfrm>
            <a:off x="4024489" y="5695781"/>
            <a:ext cx="414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3459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Fine-tuning mind processes…</a:t>
            </a:r>
          </a:p>
        </p:txBody>
      </p:sp>
    </p:spTree>
    <p:extLst>
      <p:ext uri="{BB962C8B-B14F-4D97-AF65-F5344CB8AC3E}">
        <p14:creationId xmlns:p14="http://schemas.microsoft.com/office/powerpoint/2010/main" val="401780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"/>
                            </p:stCondLst>
                            <p:childTnLst>
                              <p:par>
                                <p:cTn id="40" presetID="10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Open Sans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OLEKSIK VALENTIN</dc:creator>
  <cp:lastModifiedBy>OLEKSIK VALENTIN</cp:lastModifiedBy>
  <cp:revision>5</cp:revision>
  <dcterms:created xsi:type="dcterms:W3CDTF">2021-08-25T20:05:34Z</dcterms:created>
  <dcterms:modified xsi:type="dcterms:W3CDTF">2021-09-08T14:15:03Z</dcterms:modified>
</cp:coreProperties>
</file>